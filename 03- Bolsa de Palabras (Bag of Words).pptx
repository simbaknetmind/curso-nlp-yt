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ccc07988d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ccc07988d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cc07988d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ccc07988d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cc07988d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cc07988d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/>
        </p:nvSpPr>
        <p:spPr>
          <a:xfrm>
            <a:off x="711575" y="2650675"/>
            <a:ext cx="329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es-419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Convertir</a:t>
            </a:r>
            <a:r>
              <a:rPr lang="es-419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texto a n</a:t>
            </a:r>
            <a:r>
              <a:rPr lang="es-419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úmeros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
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3116389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3116389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3116389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3116389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1163899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1163899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
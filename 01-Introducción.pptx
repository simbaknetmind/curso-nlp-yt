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cbcf1e987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cbcf1e98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ccbcf1e9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ccbcf1e9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ccbcf1e98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ccbcf1e98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cbcf1e98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cbcf1e98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ccbcf1e98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ccbcf1e98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cbcf1e98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cbcf1e98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cbcf1e98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cbcf1e98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cbcf1e98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ccbcf1e98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cbcf1e987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cbcf1e98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
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cb215e8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dcb215e8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31df5334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31df5334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31df5334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31df5334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31df5334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31df5334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31df5334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31df5334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
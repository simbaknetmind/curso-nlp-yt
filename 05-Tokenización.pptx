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2d4fdee4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d2d4fdee4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2d4fdee4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2d4fdee4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2d4fdee4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2d4fdee4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2d4fdee40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2d4fdee4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2d4fdee4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2d4fdee4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2d4fdee4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2d4fdee4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
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d2d3e737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d2d3e737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2d3e737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d2d3e737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d2d3e73744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d2d3e737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2d3e73744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2d3e73744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d2d3e73744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d2d3e73744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d2d3e73744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d2d3e73744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
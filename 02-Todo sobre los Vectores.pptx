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cbdde84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cbdde84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cbdde84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cbdde84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bdde84b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bdde84b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cbdde84b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cbdde84b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cbdde84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cbdde84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bdde84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bdde84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
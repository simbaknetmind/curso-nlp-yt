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ca4a90b7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dca4a90b7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ca4a90b7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ca4a90b7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ca4a90b7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ca4a90b7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ca4a90b7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ca4a90b7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cd7579f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cd7579f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ca4a90b7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ca4a90b7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